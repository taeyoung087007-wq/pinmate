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92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23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UI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PinMate_ UI Flow_261015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PinMate 기획 초안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친구끼리 추천 장소를 모으는 팀 지도 서비스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03920" y="896112"/>
            <a:ext cx="219456" cy="182880"/>
          </a:xfrm>
          <a:prstGeom prst="roundRect">
            <a:avLst>
              <a:gd name="adj" fmla="val 20000"/>
            </a:avLst>
          </a:prstGeom>
          <a:solidFill>
            <a:srgbClr val="2EB85C"/>
          </a:solidFill>
          <a:ln w="6350">
            <a:solidFill>
              <a:srgbClr val="2EB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778240" y="8778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진입·가입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619488" y="896112"/>
            <a:ext cx="219456" cy="182880"/>
          </a:xfrm>
          <a:prstGeom prst="roundRect">
            <a:avLst>
              <a:gd name="adj" fmla="val 20000"/>
            </a:avLst>
          </a:prstGeom>
          <a:solidFill>
            <a:srgbClr val="0D2A6B"/>
          </a:solidFill>
          <a:ln w="6350">
            <a:solidFill>
              <a:srgbClr val="0D2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9893808" y="877824"/>
            <a:ext cx="2148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309860" y="896112"/>
            <a:ext cx="219456" cy="182880"/>
          </a:xfrm>
          <a:prstGeom prst="roundRect">
            <a:avLst>
              <a:gd name="adj" fmla="val 20000"/>
            </a:avLst>
          </a:prstGeom>
          <a:solidFill>
            <a:srgbClr val="1E9BE9"/>
          </a:solidFill>
          <a:ln w="6350">
            <a:solidFill>
              <a:srgbClr val="1E9B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0584180" y="8778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탐색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425428" y="896112"/>
            <a:ext cx="219456" cy="182880"/>
          </a:xfrm>
          <a:prstGeom prst="roundRect">
            <a:avLst>
              <a:gd name="adj" fmla="val 20000"/>
            </a:avLst>
          </a:prstGeom>
          <a:solidFill>
            <a:srgbClr val="FF6B1A"/>
          </a:solidFill>
          <a:ln w="635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1699748" y="8778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추천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540996" y="896112"/>
            <a:ext cx="219456" cy="182880"/>
          </a:xfrm>
          <a:prstGeom prst="roundRect">
            <a:avLst>
              <a:gd name="adj" fmla="val 20000"/>
            </a:avLst>
          </a:prstGeom>
          <a:solidFill>
            <a:srgbClr val="FFC21A"/>
          </a:solidFill>
          <a:ln w="6350">
            <a:solidFill>
              <a:srgbClr val="FFC2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2815316" y="87782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추천·모두 인정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958316" y="896112"/>
            <a:ext cx="219456" cy="182880"/>
          </a:xfrm>
          <a:prstGeom prst="roundRect">
            <a:avLst>
              <a:gd name="adj" fmla="val 20000"/>
            </a:avLst>
          </a:prstGeom>
          <a:solidFill>
            <a:srgbClr val="C964D3"/>
          </a:solidFill>
          <a:ln w="6350">
            <a:solidFill>
              <a:srgbClr val="C964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4232636" y="87782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메뉴·관리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375636" y="896112"/>
            <a:ext cx="219456" cy="18288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5649956" y="8778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판단·이동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91204" y="896112"/>
            <a:ext cx="219456" cy="182880"/>
          </a:xfrm>
          <a:prstGeom prst="roundRect">
            <a:avLst>
              <a:gd name="adj" fmla="val 20000"/>
            </a:avLst>
          </a:prstGeom>
          <a:solidFill>
            <a:srgbClr val="FDE3E6"/>
          </a:solidFill>
          <a:ln w="6350">
            <a:solidFill>
              <a:srgbClr val="FD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6765524" y="877824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9893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0" y="9893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PinMate 기획 · 2026.10.15 · v0.2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185623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접속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15184" y="185623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상태?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15968" y="185623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EB85C"/>
          </a:solidFill>
          <a:ln w="6350">
            <a:solidFill>
              <a:srgbClr val="2EB8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화면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16752" y="185623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EB85C"/>
          </a:solidFill>
          <a:ln w="6350">
            <a:solidFill>
              <a:srgbClr val="2EB8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아이디·비밀번호 입력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17536" y="185623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성공?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15968" y="12344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찾기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15968" y="247802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EB85C"/>
          </a:solidFill>
          <a:ln w="6350">
            <a:solidFill>
              <a:srgbClr val="2EB8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16752" y="247802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EB85C"/>
          </a:solidFill>
          <a:ln w="6350">
            <a:solidFill>
              <a:srgbClr val="2EB8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초대코드 입력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17536" y="247802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초대코드 유효?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18320" y="247802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EB85C"/>
          </a:solidFill>
          <a:ln w="6350">
            <a:solidFill>
              <a:srgbClr val="2EB8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정보 입력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(아이디·비밀번호·닉네임)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119104" y="247802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D2A6B"/>
          </a:solidFill>
          <a:ln w="6350">
            <a:solidFill>
              <a:srgbClr val="0D2A6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완료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(초대받은 팀 자동 참여)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819888" y="247802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화면으로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86000" y="208483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986784" y="208483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3739896" y="18288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87568" y="208483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7388352" y="208483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 flipV="1">
            <a:off x="8403336" y="1645920"/>
            <a:ext cx="0" cy="210312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 flipH="1">
            <a:off x="6702552" y="1645920"/>
            <a:ext cx="1700784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702552" y="1645920"/>
            <a:ext cx="0" cy="210312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7141464" y="14081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· 오류 안내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 flipV="1">
            <a:off x="5001768" y="1691640"/>
            <a:ext cx="0" cy="164592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5001768" y="2313432"/>
            <a:ext cx="0" cy="16459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5074920" y="22951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87568" y="270662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7388352" y="270662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089136" y="270662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8842248" y="2450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403336" y="2935224"/>
            <a:ext cx="0" cy="13716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 flipH="1">
            <a:off x="6702552" y="3072384"/>
            <a:ext cx="1700784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 flipV="1">
            <a:off x="6702552" y="2935224"/>
            <a:ext cx="0" cy="13716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8421624" y="2971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· 코드 오류 안내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789920" y="270662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2490704" y="2706624"/>
            <a:ext cx="329184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9089136" y="2084832"/>
            <a:ext cx="5376672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4465808" y="2084832"/>
            <a:ext cx="0" cy="1133856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 flipH="1">
            <a:off x="1600200" y="3218688"/>
            <a:ext cx="1286560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600200" y="3218688"/>
            <a:ext cx="0" cy="786384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8842248" y="18288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300984" y="2313432"/>
            <a:ext cx="0" cy="905256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3374136" y="2606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14400" y="1234440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로그인하지 않으면 모든 화면에서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화면으로 이동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418320" y="1234440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초대코드는 팀 초대코드로 가정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가입과 동시에 해당 팀에 참여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2819888" y="1234440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 링크로 접속하면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초대코드 자동 입력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14400" y="2478024"/>
            <a:ext cx="1371600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찾기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 미정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14400" y="400507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9BE9"/>
          </a:solidFill>
          <a:ln w="6350">
            <a:solidFill>
              <a:srgbClr val="1E9BE9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지도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(네이버 지도 + 팀 핀)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2615184" y="400507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9BE9"/>
          </a:solidFill>
          <a:ln w="6350">
            <a:solidFill>
              <a:srgbClr val="1E9BE9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(카테고리·멤버)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315968" y="400507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9BE9"/>
          </a:solidFill>
          <a:ln w="6350">
            <a:solidFill>
              <a:srgbClr val="1E9BE9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지도/목록 전환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016752" y="400507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9BE9"/>
          </a:solidFill>
          <a:ln w="6350">
            <a:solidFill>
              <a:srgbClr val="1E9BE9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 선택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7717536" y="400507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9BE9"/>
          </a:solidFill>
          <a:ln w="6350">
            <a:solidFill>
              <a:srgbClr val="1E9BE9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상세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9418320" y="400507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C21A"/>
          </a:solidFill>
          <a:ln w="6350">
            <a:solidFill>
              <a:srgbClr val="FFC2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추천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1119104" y="400507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인원 전원 추천?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2819888" y="400507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C21A"/>
          </a:solidFill>
          <a:ln w="6350">
            <a:solidFill>
              <a:srgbClr val="FFC2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인정 달성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14520672" y="400507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C21A"/>
          </a:solidFill>
          <a:ln w="6350">
            <a:solidFill>
              <a:srgbClr val="FFC2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달성 효과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(마커 강조·축하 안내)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6221456" y="400507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C21A"/>
          </a:solidFill>
          <a:ln w="6350">
            <a:solidFill>
              <a:srgbClr val="FFC2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 마커 표시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7717536" y="33832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9BE9"/>
          </a:solidFill>
          <a:ln w="6350">
            <a:solidFill>
              <a:srgbClr val="1E9BE9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가본 곳 체크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11119104" y="33832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C21A"/>
          </a:solidFill>
          <a:ln w="6350">
            <a:solidFill>
              <a:srgbClr val="FFC2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수 표시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7717536" y="462686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C21A"/>
          </a:solidFill>
          <a:ln w="6350">
            <a:solidFill>
              <a:srgbClr val="FFC2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취소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9418320" y="462686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추천자?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1119104" y="462686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C21A"/>
          </a:solidFill>
          <a:ln w="6350">
            <a:solidFill>
              <a:srgbClr val="FFC2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삭제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418320" y="5248656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C21A"/>
          </a:solidFill>
          <a:ln w="6350">
            <a:solidFill>
              <a:srgbClr val="FFC2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수 감소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286000" y="423367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3986784" y="423367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5687568" y="423367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7388352" y="423367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9089136" y="423367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10789920" y="423367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12490704" y="423367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12243816" y="3977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4191488" y="423367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15892272" y="423367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 flipV="1">
            <a:off x="11804904" y="3840480"/>
            <a:ext cx="0" cy="16459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 txBox="1"/>
          <p:nvPr/>
        </p:nvSpPr>
        <p:spPr>
          <a:xfrm>
            <a:off x="11878056" y="3822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 flipV="1">
            <a:off x="8403336" y="3840480"/>
            <a:ext cx="0" cy="164592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8403336" y="4462272"/>
            <a:ext cx="0" cy="164592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9089136" y="485546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10789920" y="485546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 txBox="1"/>
          <p:nvPr/>
        </p:nvSpPr>
        <p:spPr>
          <a:xfrm>
            <a:off x="10543032" y="4599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0104120" y="5084064"/>
            <a:ext cx="0" cy="16459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 txBox="1"/>
          <p:nvPr/>
        </p:nvSpPr>
        <p:spPr>
          <a:xfrm>
            <a:off x="10177272" y="50657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2615184" y="3383280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팀원만 접근 가능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사항은 팀원 화면에 실시간 반영(WebSocket)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2615184" y="4626864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지도 위에 팀 핀(마커) 표시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마커 색·아이콘 = 카테고리 · 작은 원 = 추천한 멤버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2819888" y="3383280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기본값은 팀원 전원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owner가 과반·N명 이상으로 변경 가능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2819888" y="4626864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달성 판정은 서버에서 한 번만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팀원이 늘어도 배지 유지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914400" y="650138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추가 방식?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2615184" y="650138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6B1A"/>
          </a:solidFill>
          <a:ln w="6350">
            <a:solidFill>
              <a:srgbClr val="FF6B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검색창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(키워드 입력)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4315968" y="650138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 있음?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6016752" y="650138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6B1A"/>
          </a:solidFill>
          <a:ln w="6350">
            <a:solidFill>
              <a:srgbClr val="FF6B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마커 표시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(최대 5개)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7717536" y="650138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6B1A"/>
          </a:solidFill>
          <a:ln w="6350">
            <a:solidFill>
              <a:srgbClr val="FF6B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선택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9418320" y="650138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장소 있음?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11119104" y="650138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6B1A"/>
          </a:solidFill>
          <a:ln w="6350">
            <a:solidFill>
              <a:srgbClr val="FF6B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등록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(카테고리·한 줄 평)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12819888" y="650138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6B1A"/>
          </a:solidFill>
          <a:ln w="6350">
            <a:solidFill>
              <a:srgbClr val="FF6B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완료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14520672" y="650138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 w="6350">
            <a:solidFill>
              <a:srgbClr val="EEF0F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지도로 복귀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4315968" y="7123176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6B1A"/>
          </a:solidFill>
          <a:ln w="6350">
            <a:solidFill>
              <a:srgbClr val="FF6B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위치 클릭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6016752" y="7123176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6B1A"/>
          </a:solidFill>
          <a:ln w="6350">
            <a:solidFill>
              <a:srgbClr val="FF6B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 위치 확정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(주소 자동 입력)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9418320" y="587959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C21A"/>
          </a:solidFill>
          <a:ln w="6350">
            <a:solidFill>
              <a:srgbClr val="FFC21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추천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(한 줄 평)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 flipH="1">
            <a:off x="548640" y="4233672"/>
            <a:ext cx="36576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548640" y="4233672"/>
            <a:ext cx="0" cy="249631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548640" y="6729984"/>
            <a:ext cx="36576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2286000" y="672998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 txBox="1"/>
          <p:nvPr/>
        </p:nvSpPr>
        <p:spPr>
          <a:xfrm>
            <a:off x="2039112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3986784" y="672998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5687568" y="672998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4"/>
          <p:cNvSpPr txBox="1"/>
          <p:nvPr/>
        </p:nvSpPr>
        <p:spPr>
          <a:xfrm>
            <a:off x="5440680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7388352" y="672998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9089136" y="672998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10789920" y="672998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128"/>
          <p:cNvSpPr txBox="1"/>
          <p:nvPr/>
        </p:nvSpPr>
        <p:spPr>
          <a:xfrm>
            <a:off x="10543032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12490704" y="672998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14191488" y="6729984"/>
            <a:ext cx="329184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1600200" y="6958584"/>
            <a:ext cx="0" cy="39319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1600200" y="7351776"/>
            <a:ext cx="271576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 txBox="1"/>
          <p:nvPr/>
        </p:nvSpPr>
        <p:spPr>
          <a:xfrm>
            <a:off x="2729484" y="7114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클릭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5001768" y="6958584"/>
            <a:ext cx="0" cy="16459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 txBox="1"/>
          <p:nvPr/>
        </p:nvSpPr>
        <p:spPr>
          <a:xfrm>
            <a:off x="5074920" y="69402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5687568" y="7351776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7388352" y="7351776"/>
            <a:ext cx="271576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 flipV="1">
            <a:off x="10104120" y="6958584"/>
            <a:ext cx="0" cy="39319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 flipV="1">
            <a:off x="10104120" y="6336792"/>
            <a:ext cx="0" cy="16459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140"/>
          <p:cNvSpPr txBox="1"/>
          <p:nvPr/>
        </p:nvSpPr>
        <p:spPr>
          <a:xfrm>
            <a:off x="10177272" y="63185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10789920" y="6108192"/>
            <a:ext cx="271576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13505688" y="6108192"/>
            <a:ext cx="0" cy="39319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143"/>
          <p:cNvSpPr/>
          <p:nvPr/>
        </p:nvSpPr>
        <p:spPr>
          <a:xfrm>
            <a:off x="2615184" y="5879592"/>
            <a:ext cx="4773168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검색: NAVER API HUB 지역 검색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최대 5개 · 지도 위치 기준 검색은 지원하지 않음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11119104" y="7123176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장소 판별: 검색은 장소 링크·좌표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핀은 이름과 근접 거리로 확인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14520672" y="5879592"/>
            <a:ext cx="1371600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= 추천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7종 중 선택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914400" y="78181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964D3"/>
          </a:solidFill>
          <a:ln w="6350">
            <a:solidFill>
              <a:srgbClr val="C964D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헤더·메뉴바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(모든 화면 공통)</a:t>
            </a:r>
            <a:endParaRPr lang="en-US" sz="1050" dirty="0"/>
          </a:p>
        </p:txBody>
      </p:sp>
      <p:sp>
        <p:nvSpPr>
          <p:cNvPr id="149" name="Text 147"/>
          <p:cNvSpPr/>
          <p:nvPr/>
        </p:nvSpPr>
        <p:spPr>
          <a:xfrm>
            <a:off x="914400" y="843991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964D3"/>
          </a:solidFill>
          <a:ln w="6350">
            <a:solidFill>
              <a:srgbClr val="C964D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관리</a:t>
            </a:r>
            <a:endParaRPr lang="en-US" sz="1050" dirty="0"/>
          </a:p>
        </p:txBody>
      </p:sp>
      <p:sp>
        <p:nvSpPr>
          <p:cNvPr id="150" name="Text 148"/>
          <p:cNvSpPr/>
          <p:nvPr/>
        </p:nvSpPr>
        <p:spPr>
          <a:xfrm>
            <a:off x="914400" y="9061704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964D3"/>
          </a:solidFill>
          <a:ln w="6350">
            <a:solidFill>
              <a:srgbClr val="C964D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 flipH="1">
            <a:off x="548640" y="4233672"/>
            <a:ext cx="36576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>
            <a:off x="548640" y="4233672"/>
            <a:ext cx="0" cy="3813048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548640" y="8046720"/>
            <a:ext cx="36576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52"/>
          <p:cNvSpPr/>
          <p:nvPr/>
        </p:nvSpPr>
        <p:spPr>
          <a:xfrm flipH="1">
            <a:off x="548640" y="4233672"/>
            <a:ext cx="36576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53"/>
          <p:cNvSpPr/>
          <p:nvPr/>
        </p:nvSpPr>
        <p:spPr>
          <a:xfrm>
            <a:off x="548640" y="4233672"/>
            <a:ext cx="0" cy="443484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>
            <a:off x="548640" y="8668512"/>
            <a:ext cx="36576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 flipH="1">
            <a:off x="548640" y="4233672"/>
            <a:ext cx="36576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548640" y="4233672"/>
            <a:ext cx="0" cy="505663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548640" y="9290304"/>
            <a:ext cx="36576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158"/>
          <p:cNvSpPr/>
          <p:nvPr/>
        </p:nvSpPr>
        <p:spPr>
          <a:xfrm>
            <a:off x="2615184" y="7808976"/>
            <a:ext cx="6473952" cy="475488"/>
          </a:xfrm>
          <a:prstGeom prst="roundRect">
            <a:avLst>
              <a:gd name="adj" fmla="val 19231"/>
            </a:avLst>
          </a:prstGeom>
          <a:solidFill>
            <a:srgbClr val="F6E6F8"/>
          </a:solidFill>
          <a:ln w="9525">
            <a:solidFill>
              <a:srgbClr val="E7C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Text 159"/>
          <p:cNvSpPr/>
          <p:nvPr/>
        </p:nvSpPr>
        <p:spPr>
          <a:xfrm>
            <a:off x="2688336" y="7891272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선택</a:t>
            </a:r>
            <a:endParaRPr lang="en-US" sz="900" dirty="0"/>
          </a:p>
        </p:txBody>
      </p:sp>
      <p:sp>
        <p:nvSpPr>
          <p:cNvPr id="162" name="Text 160"/>
          <p:cNvSpPr/>
          <p:nvPr/>
        </p:nvSpPr>
        <p:spPr>
          <a:xfrm>
            <a:off x="3968496" y="7891272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지도·목록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5248656" y="7891272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관리</a:t>
            </a:r>
            <a:endParaRPr lang="en-US" sz="900" dirty="0"/>
          </a:p>
        </p:txBody>
      </p:sp>
      <p:sp>
        <p:nvSpPr>
          <p:cNvPr id="164" name="Text 162"/>
          <p:cNvSpPr/>
          <p:nvPr/>
        </p:nvSpPr>
        <p:spPr>
          <a:xfrm>
            <a:off x="6528816" y="7891272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</a:t>
            </a:r>
            <a:endParaRPr lang="en-US" sz="900" dirty="0"/>
          </a:p>
        </p:txBody>
      </p:sp>
      <p:sp>
        <p:nvSpPr>
          <p:cNvPr id="165" name="Text 163"/>
          <p:cNvSpPr/>
          <p:nvPr/>
        </p:nvSpPr>
        <p:spPr>
          <a:xfrm>
            <a:off x="7808976" y="7891272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2286000" y="8046720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>
            <a:off x="2615184" y="8430768"/>
            <a:ext cx="6473952" cy="475488"/>
          </a:xfrm>
          <a:prstGeom prst="roundRect">
            <a:avLst>
              <a:gd name="adj" fmla="val 19231"/>
            </a:avLst>
          </a:prstGeom>
          <a:solidFill>
            <a:srgbClr val="F6E6F8"/>
          </a:solidFill>
          <a:ln w="9525">
            <a:solidFill>
              <a:srgbClr val="E7C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8" name="Text 166"/>
          <p:cNvSpPr/>
          <p:nvPr/>
        </p:nvSpPr>
        <p:spPr>
          <a:xfrm>
            <a:off x="2688336" y="8513064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생성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3968496" y="8513064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참여(초대코드)</a:t>
            </a:r>
            <a:endParaRPr lang="en-US" sz="900" dirty="0"/>
          </a:p>
        </p:txBody>
      </p:sp>
      <p:sp>
        <p:nvSpPr>
          <p:cNvPr id="170" name="Text 168"/>
          <p:cNvSpPr/>
          <p:nvPr/>
        </p:nvSpPr>
        <p:spPr>
          <a:xfrm>
            <a:off x="5248656" y="8513064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초대코드·링크 공유</a:t>
            </a:r>
            <a:endParaRPr lang="en-US" sz="900" dirty="0"/>
          </a:p>
        </p:txBody>
      </p:sp>
      <p:sp>
        <p:nvSpPr>
          <p:cNvPr id="171" name="Text 169"/>
          <p:cNvSpPr/>
          <p:nvPr/>
        </p:nvSpPr>
        <p:spPr>
          <a:xfrm>
            <a:off x="6528816" y="8513064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역할·팀장 위임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7808976" y="8513064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인정 기준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2286000" y="8668512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2615184" y="9052560"/>
            <a:ext cx="6473952" cy="475488"/>
          </a:xfrm>
          <a:prstGeom prst="roundRect">
            <a:avLst>
              <a:gd name="adj" fmla="val 19231"/>
            </a:avLst>
          </a:prstGeom>
          <a:solidFill>
            <a:srgbClr val="F6E6F8"/>
          </a:solidFill>
          <a:ln w="9525">
            <a:solidFill>
              <a:srgbClr val="E7C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Text 173"/>
          <p:cNvSpPr/>
          <p:nvPr/>
        </p:nvSpPr>
        <p:spPr>
          <a:xfrm>
            <a:off x="2688336" y="9134856"/>
            <a:ext cx="15270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수정</a:t>
            </a:r>
            <a:endParaRPr lang="en-US" sz="900" dirty="0"/>
          </a:p>
        </p:txBody>
      </p:sp>
      <p:sp>
        <p:nvSpPr>
          <p:cNvPr id="176" name="Text 174"/>
          <p:cNvSpPr/>
          <p:nvPr/>
        </p:nvSpPr>
        <p:spPr>
          <a:xfrm>
            <a:off x="4288536" y="9134856"/>
            <a:ext cx="15270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변경</a:t>
            </a:r>
            <a:endParaRPr lang="en-US" sz="900" dirty="0"/>
          </a:p>
        </p:txBody>
      </p:sp>
      <p:sp>
        <p:nvSpPr>
          <p:cNvPr id="177" name="Text 175"/>
          <p:cNvSpPr/>
          <p:nvPr/>
        </p:nvSpPr>
        <p:spPr>
          <a:xfrm>
            <a:off x="5888736" y="9134856"/>
            <a:ext cx="15270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추천한 장소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7488936" y="9134856"/>
            <a:ext cx="15270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964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E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2286000" y="9290304"/>
            <a:ext cx="329184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Text 178"/>
          <p:cNvSpPr/>
          <p:nvPr/>
        </p:nvSpPr>
        <p:spPr>
          <a:xfrm>
            <a:off x="9418320" y="7818120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로그아웃은 헤더 또는 메뉴바에 배치(위치 미정)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로그인 화면으로 이동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9418320" y="8439912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생성·기준 설정·팀장 위임은 owner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초대코드 재발급은 owner·admin</a:t>
            </a:r>
            <a:endParaRPr lang="en-US" sz="900" dirty="0"/>
          </a:p>
        </p:txBody>
      </p:sp>
      <p:sp>
        <p:nvSpPr>
          <p:cNvPr id="182" name="Text 180"/>
          <p:cNvSpPr/>
          <p:nvPr/>
        </p:nvSpPr>
        <p:spPr>
          <a:xfrm>
            <a:off x="9418320" y="9061704"/>
            <a:ext cx="3072384" cy="457200"/>
          </a:xfrm>
          <a:prstGeom prst="rect">
            <a:avLst/>
          </a:prstGeom>
          <a:solidFill>
            <a:srgbClr val="FDE3E6"/>
          </a:solidFill>
          <a:ln w="6350">
            <a:solidFill>
              <a:srgbClr val="FDE3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 시 추천 기록은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'탈퇴한 사용자'로 유지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Office PowerPoint</Application>
  <PresentationFormat>사용자 지정</PresentationFormat>
  <Paragraphs>128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PinMate UI Flow</dc:title>
  <dc:subject>PptxGenJS Presentation</dc:subject>
  <dc:creator>PinMate</dc:creator>
  <cp:lastModifiedBy>김동식</cp:lastModifiedBy>
  <cp:revision>2</cp:revision>
  <dcterms:created xsi:type="dcterms:W3CDTF">2026-10-15T08:11:03Z</dcterms:created>
  <dcterms:modified xsi:type="dcterms:W3CDTF">2026-10-15T08:18:56Z</dcterms:modified>
</cp:coreProperties>
</file>